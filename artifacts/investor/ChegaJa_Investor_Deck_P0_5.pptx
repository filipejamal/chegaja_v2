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tese: ChegaJa nao e so app de servicos, e uma camada local de confianca para contratar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WhatsApp e contactos como comportamento existente, nao como inimigo. A dor e falta de estrutura e confianca.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produto liga os dois lados do marketplace e reduz incerteza antes da contratacao.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Reduzir risco de produto: ha material navegavel para demonstrar, ainda que mercado real seja o proximo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 a experiencia que substitui o caos inicial: o cliente comeca por uma necessidade, mas sai com pedido estruturado.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prestador tambem tem produto. O valor e montra, reputacao, link partilhavel e pedidos mais organizados.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que a vantagem inicial nao e segredo tecnologico, e execucao local com estrutura 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revelar termos internos. Mostrar maturidade: permitido entra, sensivel analisa, proibido bloqueia, vago nao publica.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prometer expansao nacional imediata. A decisao forte e foco geografico para aprender rapido.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e nao forcar receita antes da hora. O piloto decide qual modelo vem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dinheiro nao e para construir do zero. E para polir, recrutar, ativar, operar e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plano concreto. O proximo risco e mercado, nao uma lista infinita de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simples: o ChegaJa tem base tecnica e precisa provar mercado com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02412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10642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8368" y="25237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local de confianca para servicos sob demanda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 para organizar descoberta, pedidos, perfis, reputacao e seguranca em servicos locais.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Maputo primeiro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navegavel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13632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desde o MVP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234440"/>
            <a:ext cx="4800600" cy="480060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9110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464040" y="2971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30540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45720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46542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Contratar servicos locais ainda e disperso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nao e so encontrar alguem. E encontrar alguem certo.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dependem de contactos soltos, grupos e recomendacoes informais.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contexto antes da conversa: portfolio, reputacao, historico e disponibilidade.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Prestadores pequenos dependem de redes pessoais e pouca visibilidade digital.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livre sem regras pode abrir risco de servicos proibidos.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soltos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contexto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risco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SOLUCAO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ChegaJa estrutura o fluxo completo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pedido ao perfil, da conversa a reputacao.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descreve necessidade em linguagem simples.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organiza por Servico, Intencao e Detalhes.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 tem perfil, portfolio, @handle e categorias.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vira proposta, conversa, execucao e avaliacao.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10528" y="320040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39128" y="334670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0528" y="3877056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39128" y="40233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navegavel, nao so ideia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principais ja existem no produto.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Cliente/Prestador, pedidos, orcamento e chat.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publico, portfolio, avaliacoes e favoritos.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Discovery/search manual e link publico.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leve, categorias sensiveis e catalogo profissional.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10528" y="320040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39128" y="334670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0528" y="3877056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39128" y="40233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10528" y="455371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39128" y="470001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 pedir com mais contexto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Servico -&gt; Intencao -&gt; Detalhes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servico ou descreve necessidade.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agora, agenda ou solicita orcamento.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prestadores por perfil, portfolio e reputacao leve.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o pedido no mesmo fluxo.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0" descr="C:\Users\Jamal\Documents\ProjetosFlutter\chegaja_v2\artifacts\investor\media\client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35024"/>
            <a:ext cx="4745736" cy="44256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Prestador: visibilidade e pedidos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canal de trabalho, nao apenas cadastro.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profissional com servicos, portfolio e @handle.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de atuacao organizadas por catalogo.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pedidos compativeis e responde no contexto.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 reputacao por avaliacoes reais.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0" descr="C:\Users\Jamal\Documents\ProjetosFlutter\chegaja_v2\artifacts\investor\media\provider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35024"/>
            <a:ext cx="4745736" cy="44256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que uma lista de prestadores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diferenca esta na estrutura.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 profissional com categorias, subcategorias, aliases e frases comuns.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"Outro servico" exige nome, descricao e termos de pesquisa.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por perfil e servico.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e admin leve desde o MVP.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simples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ChegaJa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SEGURANCA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desde o MVP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livre nao vira porta aberta.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allow: entra no fluxo normal.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sensitiveReview: pode exigir analise.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block: bloqueia e nao guarda.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unknownReview: nao publica automaticamente.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DCFCE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25128" y="1170432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EF3C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73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sensitiveReview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0528" y="2770632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FEE2E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3273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25128" y="2770632"/>
            <a:ext cx="2331720" cy="1325880"/>
          </a:xfrm>
          <a:prstGeom prst="roundRect">
            <a:avLst>
              <a:gd name="adj" fmla="val 9655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288" y="3273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inicial: Maputo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local precisa de densidade antes de escala.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controlado por categorias de alta frequencia.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Recrutar poucos prestadores selecionados e acompanhar resposta.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Ativar clientes por necessidades concretas.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pedidos, aceite, tempo de resposta, qualidade e repeticao.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Maputo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frequentes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 local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futuro, validado por etapas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liquidez e confianca. Depois monetizacao.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Comissao por servico quando pagamentos reais forem integrados.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PRO para prestadores.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pagos transparentes e leads qualificados.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locais com empresas e profissionais.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Agora: piloto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pagamentos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Escala: PRO + leads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recomendado: 700.000 MZN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para sair de MVP funcional para piloto real.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350.000 MZN: enxuto.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700.000 MZN: recomendado.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1.250.000 MZN: robusto.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Possivel tranche ligada a metas do piloto.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420624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23134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700.000 MZN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922008" y="2953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recomendado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22008" y="37764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385876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79408" y="37764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9136" y="385876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22008" y="421538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1736" y="42976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79408" y="421538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89136" y="42976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Operacao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22008" y="4654296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1736" y="47365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79408" y="4654296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9136" y="47365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Juridico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22008" y="50932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5175504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a 90 dias: piloto controlado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com utilizadores reais antes de escalar.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8036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Polir UX e preparar demo final.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39242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Android fisico e suporte inicial.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90448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Recrutar prestadores e ativar clientes em Maputo.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448970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441655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sinais reais e reforcar server-side antes de producao ampla.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10528" y="1170432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1316736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1847088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9933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Recrutar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10528" y="2523744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39128" y="267004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10528" y="320040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E7FA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39128" y="3346704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 w="12700">
            <a:solidFill>
              <a:srgbClr val="F6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486400"/>
            <a:ext cx="2377440" cy="2377440"/>
          </a:xfrm>
          <a:prstGeom prst="arc">
            <a:avLst/>
          </a:prstGeom>
          <a:solidFill>
            <a:srgbClr val="D8F4EF">
              <a:alpha val="95000"/>
            </a:srgbClr>
          </a:solidFill>
          <a:ln w="12700">
            <a:solidFill>
              <a:srgbClr val="D8F4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320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validar Maputo juntos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navegavel, tese clara, proximo passo mensuravel.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investimento financia aprendizagem estruturada: prestadores reais, clientes reais e metricas reais.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controlado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13632" y="3886200"/>
            <a:ext cx="1444752" cy="329184"/>
          </a:xfrm>
          <a:prstGeom prst="roundRect">
            <a:avLst>
              <a:gd name="adj" fmla="val 22222"/>
            </a:avLst>
          </a:prstGeom>
          <a:solidFill>
            <a:srgbClr val="E7FAF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96849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700.000 MZN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234440"/>
            <a:ext cx="4800600" cy="480060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2668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9110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64040" y="2971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30540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80960" y="45720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F2937"/>
          </a:solidFill>
          <a:ln w="12700">
            <a:solidFill>
              <a:srgbClr val="B6DC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4654296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6492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ChegaJa investor pack P0.5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ChegaJa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ChegaJa Investor Deck P0.5</dc:title>
  <dc:subject>Investor pitch</dc:subject>
  <dc:creator>ChegaJa</dc:creator>
  <cp:lastModifiedBy>ChegaJa</cp:lastModifiedBy>
  <cp:revision>1</cp:revision>
  <dcterms:created xsi:type="dcterms:W3CDTF">2026-06-06T00:47:18Z</dcterms:created>
  <dcterms:modified xsi:type="dcterms:W3CDTF">2026-06-06T00:47:18Z</dcterms:modified>
</cp:coreProperties>
</file>