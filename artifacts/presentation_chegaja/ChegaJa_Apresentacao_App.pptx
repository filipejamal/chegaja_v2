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304800"/>
            <a:ext cx="4994821" cy="241250"/>
          </a:xfrm>
          <a:prstGeom prst="roundRect">
            <a:avLst>
              <a:gd name="adj" fmla="val 5258984"/>
            </a:avLst>
          </a:prstGeom>
          <a:solidFill>
            <a:srgbClr val="E9F6F2"/>
          </a:solidFill>
          <a:ln w="9525">
            <a:solidFill>
              <a:srgbClr val="CDE9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2026" y="365075"/>
            <a:ext cx="1422106" cy="1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de serviços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55550" y="774650"/>
            <a:ext cx="4994821" cy="241250"/>
          </a:xfrm>
          <a:prstGeom prst="roundRect">
            <a:avLst>
              <a:gd name="adj" fmla="val 5258984"/>
            </a:avLst>
          </a:prstGeom>
          <a:solidFill>
            <a:srgbClr val="E9F6F2"/>
          </a:solidFill>
          <a:ln w="9525">
            <a:solidFill>
              <a:srgbClr val="CDE9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2026" y="834926"/>
            <a:ext cx="1028780" cy="1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+ Firebase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5550" y="1244501"/>
            <a:ext cx="5172441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ChegaJá
</a:t>
            </a:r>
            <a:pPr algn="l" indent="0" marL="0">
              <a:lnSpc>
                <a:spcPts val="3136"/>
              </a:lnSpc>
              <a:buNone/>
            </a:pPr>
            <a:r>
              <a:rPr lang="en-US" sz="2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aplicativo funciona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5550" y="2320082"/>
            <a:ext cx="1066800" cy="50750"/>
          </a:xfrm>
          <a:prstGeom prst="roundRect">
            <a:avLst>
              <a:gd name="adj" fmla="val 24999606"/>
            </a:avLst>
          </a:prstGeom>
          <a:solidFill>
            <a:srgbClr val="12BA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5550" y="2675632"/>
            <a:ext cx="5172441" cy="368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executiva do produto com base no código, nos fluxos</a:t>
            </a:r>
            <a:endParaRPr lang="en-US" sz="1100" dirty="0"/>
          </a:p>
          <a:p>
            <a:pPr algn="l" indent="0" marL="0">
              <a:lnSpc>
                <a:spcPts val="1452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principais e nas integrações operacionais.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5550" y="3349228"/>
            <a:ext cx="5071021" cy="1464618"/>
          </a:xfrm>
          <a:prstGeom prst="roundRect">
            <a:avLst>
              <a:gd name="adj" fmla="val 13874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7475" y="3485704"/>
            <a:ext cx="4842114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esta apresentação cobre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7475" y="3749873"/>
            <a:ext cx="4747171" cy="87674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 e objetivo do app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completo do cliente e do prestador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pedidos, chat, mapas, pagamentos, KYC e suporte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administrativa da operação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680472" y="999530"/>
            <a:ext cx="3107978" cy="2787402"/>
          </a:xfrm>
          <a:prstGeom prst="roundRect">
            <a:avLst>
              <a:gd name="adj" fmla="val 7290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16345" y="3964632"/>
            <a:ext cx="2236083" cy="15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6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e identidade visual usadas no app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5550" y="4864596"/>
            <a:ext cx="587484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ChegaJá v2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42584" y="4864596"/>
            <a:ext cx="1474783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funcional do aplicativo</a:t>
            </a:r>
            <a:endParaRPr lang="en-US" sz="850" dirty="0"/>
          </a:p>
        </p:txBody>
      </p:sp>
      <p:pic>
        <p:nvPicPr>
          <p:cNvPr id="17" name="Image 0" descr="C:\Users\HP\Documents\ProjetosFlutter\chegaja_v2\assets\images\app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7986" y="1186755"/>
            <a:ext cx="2412950" cy="241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ChegaJá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5550" y="1000571"/>
            <a:ext cx="777240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ChegaJá é um marketplace mobile de serviços locais. O produto conecta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clientes que precisam de ajuda imediata, agendada ou por orçamento com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prestadores que podem aceitar, negociar, executar e finalizar o serviço.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355550" y="1591419"/>
            <a:ext cx="2682329" cy="1696641"/>
          </a:xfrm>
          <a:prstGeom prst="roundRect">
            <a:avLst>
              <a:gd name="adj" fmla="val 11977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2776" y="1753344"/>
            <a:ext cx="2354035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negócio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2776" y="2068264"/>
            <a:ext cx="2307878" cy="10071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atrito na contratação de serviços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previsibilidade ao cliente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pipeline de trabalho para prestadores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55550" y="3440460"/>
            <a:ext cx="2682329" cy="1334393"/>
          </a:xfrm>
          <a:prstGeom prst="roundRect">
            <a:avLst>
              <a:gd name="adj" fmla="val 15228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2776" y="3602385"/>
            <a:ext cx="2354035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da plataforma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2776" y="3917305"/>
            <a:ext cx="2307878" cy="6448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operação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190280" y="1591419"/>
            <a:ext cx="2682180" cy="1334393"/>
          </a:xfrm>
          <a:prstGeom prst="roundRect">
            <a:avLst>
              <a:gd name="adj" fmla="val 15228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77505" y="1753344"/>
            <a:ext cx="235388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Formas de pedido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77505" y="2068264"/>
            <a:ext cx="2307729" cy="6448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agendado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orçamento / proposta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190280" y="3078212"/>
            <a:ext cx="2682180" cy="1696641"/>
          </a:xfrm>
          <a:prstGeom prst="roundRect">
            <a:avLst>
              <a:gd name="adj" fmla="val 11977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77505" y="3240137"/>
            <a:ext cx="235388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tecnológica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77505" y="3555057"/>
            <a:ext cx="2307729" cy="10071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para cliente web/mobile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Auth, Firestore, Functions e Storage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Stripe, geolocalização, notificações e deep links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024860" y="1591419"/>
            <a:ext cx="2763589" cy="2703761"/>
          </a:xfrm>
          <a:prstGeom prst="roundRect">
            <a:avLst>
              <a:gd name="adj" fmla="val 751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2086" y="1753344"/>
            <a:ext cx="243692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chave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2086" y="2068264"/>
            <a:ext cx="2389138" cy="201424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por categoria e localização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em tempo real com anexos e localização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do pedido e histórico de eventos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pagamentos, onboarding de prestador e assinatura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KYC, avaliação, no-show, suporte e painel admin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NO 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passo: escolher o papel no ecossistema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97979" y="1026021"/>
            <a:ext cx="3275707" cy="3397002"/>
          </a:xfrm>
          <a:prstGeom prst="roundRect">
            <a:avLst>
              <a:gd name="adj" fmla="val 9305"/>
            </a:avLst>
          </a:prstGeom>
          <a:solidFill>
            <a:srgbClr val="FFFFFF"/>
          </a:solidFill>
          <a:ln w="9525">
            <a:solidFill>
              <a:srgbClr val="D8E2E6"/>
            </a:solidFill>
          </a:ln>
          <a:effectLst>
            <a:outerShdw sx="100000" sy="100000" kx="0" ky="0" algn="bl" rotWithShape="0" blurRad="304800" dist="101600" dir="5400000">
              <a:srgbClr val="111418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9945" y="4600724"/>
            <a:ext cx="3631775" cy="15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6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real de entrada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068514" y="1026021"/>
            <a:ext cx="4719935" cy="1334393"/>
          </a:xfrm>
          <a:prstGeom prst="roundRect">
            <a:avLst>
              <a:gd name="adj" fmla="val 15228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55740" y="1187946"/>
            <a:ext cx="443239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acesso funciona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55740" y="1502866"/>
            <a:ext cx="4345484" cy="6448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app inicia com autenticação anónima para reduzir fricção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utilizador escolhe entre “Sou cliente” e “Sou prestador”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papel ativo personaliza home, pedidos e chat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068514" y="2512814"/>
            <a:ext cx="4719935" cy="1334393"/>
          </a:xfrm>
          <a:prstGeom prst="roundRect">
            <a:avLst>
              <a:gd name="adj" fmla="val 15228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55740" y="2674739"/>
            <a:ext cx="443239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principal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55740" y="2989659"/>
            <a:ext cx="4345484" cy="6448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cliente: Início, Meus pedidos, Mensagens, Perfil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prestador: Início, Meus trabalhos, Mensagens, Perfil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painel com tickets, no-show, stories e métricas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068514" y="3999607"/>
            <a:ext cx="4719935" cy="1001018"/>
          </a:xfrm>
          <a:prstGeom prst="roundRect">
            <a:avLst>
              <a:gd name="adj" fmla="val 20299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55740" y="4161532"/>
            <a:ext cx="443239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estratégica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55740" y="4476452"/>
            <a:ext cx="4432393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onboarding leva o utilizador ao contexto certo logo no primeiro toque.</a:t>
            </a:r>
            <a:endParaRPr lang="en-US" sz="1080" dirty="0"/>
          </a:p>
        </p:txBody>
      </p:sp>
      <p:pic>
        <p:nvPicPr>
          <p:cNvPr id="15" name="Image 0" descr="C:\Users\HP\Documents\ProjetosFlutter\chegaja_v2\artifacts\role_sel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005" y="1137047"/>
            <a:ext cx="3053655" cy="3174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DO CLIENTE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cliente descobre serviços e cria um pedido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5550" y="1051322"/>
            <a:ext cx="4802684" cy="3549402"/>
          </a:xfrm>
          <a:prstGeom prst="roundRect">
            <a:avLst>
              <a:gd name="adj" fmla="val 8587"/>
            </a:avLst>
          </a:prstGeom>
          <a:solidFill>
            <a:srgbClr val="FFFFFF"/>
          </a:solidFill>
          <a:ln w="9525">
            <a:solidFill>
              <a:srgbClr val="D8E2E6"/>
            </a:solidFill>
          </a:ln>
          <a:effectLst>
            <a:outerShdw sx="100000" sy="100000" kx="0" ky="0" algn="bl" rotWithShape="0" blurRad="304800" dist="101600" dir="5400000">
              <a:srgbClr val="111418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7524" y="4778425"/>
            <a:ext cx="4898737" cy="15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6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do cliente com tabs de modo e pesquisa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10634" y="1051322"/>
            <a:ext cx="3477816" cy="1747391"/>
          </a:xfrm>
          <a:prstGeom prst="roundRect">
            <a:avLst>
              <a:gd name="adj" fmla="val 11629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97860" y="1213247"/>
            <a:ext cx="316543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cliente vê na home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97860" y="1528167"/>
            <a:ext cx="3103364" cy="10578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serviços disponíveis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separação por orçamento, agendado e imediato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serviço e pesquisa de prestador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atalhos para pedidos pendentes e mensagens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310634" y="2951113"/>
            <a:ext cx="3477816" cy="1747391"/>
          </a:xfrm>
          <a:prstGeom prst="roundRect">
            <a:avLst>
              <a:gd name="adj" fmla="val 11629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97860" y="3113038"/>
            <a:ext cx="316543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do pedido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97860" y="3427958"/>
            <a:ext cx="3103364" cy="10578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a categoria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título, descrição e urgência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 localização automática ou manual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deixar o matching automático ou convidar prestador específico</a:t>
            </a:r>
            <a:endParaRPr lang="en-US" sz="1080" dirty="0"/>
          </a:p>
        </p:txBody>
      </p:sp>
      <p:pic>
        <p:nvPicPr>
          <p:cNvPr id="12" name="Image 0" descr="C:\Users\HP\Documents\ProjetosFlutter\chegaja_v2\artifacts\cliente_home_loa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76" y="1162348"/>
            <a:ext cx="4580632" cy="3327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completo do pedido dentro da plataforma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5550" y="1000571"/>
            <a:ext cx="8601557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de pedido suporta imediatismo, agendamento e negociação.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 lógica do app controla transições como convite, proposta, aceitação,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execução, confirmação de valor, conclusão e cancelamento.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355550" y="1616720"/>
            <a:ext cx="2523232" cy="924818"/>
          </a:xfrm>
          <a:prstGeom prst="roundRect">
            <a:avLst>
              <a:gd name="adj" fmla="val 1922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475" y="1753195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Criação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7475" y="2042815"/>
            <a:ext cx="224337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abre pedido com categoria, modo, endereço e regra de preço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980283" y="202823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10384" y="1616720"/>
            <a:ext cx="2523232" cy="924818"/>
          </a:xfrm>
          <a:prstGeom prst="roundRect">
            <a:avLst>
              <a:gd name="adj" fmla="val 1922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2309" y="1753195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Matching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2309" y="2042815"/>
            <a:ext cx="224337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procura prestador ou envia convite manual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935117" y="202823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5218" y="1616720"/>
            <a:ext cx="2523232" cy="924818"/>
          </a:xfrm>
          <a:prstGeom prst="roundRect">
            <a:avLst>
              <a:gd name="adj" fmla="val 1922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27143" y="1753195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Proposta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7143" y="2042815"/>
            <a:ext cx="224337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 aceita, envia faixa min/max ou proposta direta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55550" y="2708225"/>
            <a:ext cx="2523232" cy="924818"/>
          </a:xfrm>
          <a:prstGeom prst="roundRect">
            <a:avLst>
              <a:gd name="adj" fmla="val 1922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7475" y="2844701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Aceite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7475" y="3134320"/>
            <a:ext cx="224337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escolhe o prestador ou confirma o valor proposto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2980283" y="311988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10384" y="2708225"/>
            <a:ext cx="2523232" cy="924818"/>
          </a:xfrm>
          <a:prstGeom prst="roundRect">
            <a:avLst>
              <a:gd name="adj" fmla="val 1922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72309" y="2844701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Execução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2309" y="3134320"/>
            <a:ext cx="224337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entra em andamento com chat, mapa e contacto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935117" y="311988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65218" y="2617738"/>
            <a:ext cx="2523232" cy="1105942"/>
          </a:xfrm>
          <a:prstGeom prst="roundRect">
            <a:avLst>
              <a:gd name="adj" fmla="val 16077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27143" y="2754213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Fecho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27143" y="3043833"/>
            <a:ext cx="2243370" cy="54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final, pagamento, conclusão, avaliação ou tratamento de no-show/cancelamento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355550" y="3926830"/>
            <a:ext cx="4140250" cy="1182142"/>
          </a:xfrm>
          <a:prstGeom prst="roundRect">
            <a:avLst>
              <a:gd name="adj" fmla="val 17189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2776" y="4088755"/>
            <a:ext cx="3841114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tratados no domínio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2776" y="4403675"/>
            <a:ext cx="3841114" cy="54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criado, aguarda_resposta_prestador, aguarda_resposta_cliente,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aceito, em_andamento, aguarda_confirmacao_valor, concluído e cancelado.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4648200" y="3926830"/>
            <a:ext cx="4140250" cy="1182142"/>
          </a:xfrm>
          <a:prstGeom prst="roundRect">
            <a:avLst>
              <a:gd name="adj" fmla="val 17189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5426" y="4088755"/>
            <a:ext cx="3841114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Proteções operacionais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35426" y="4403675"/>
            <a:ext cx="3841114" cy="54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do pedido, política de reembolso, motivos de cancelamento,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revisão administrativa de no-show e regras de transição no serviço de pedidos.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DO PRESTADOR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prestador recebe, filtra e executa trabalho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92175" y="1026021"/>
            <a:ext cx="4280892" cy="3422452"/>
          </a:xfrm>
          <a:prstGeom prst="roundRect">
            <a:avLst>
              <a:gd name="adj" fmla="val 8906"/>
            </a:avLst>
          </a:prstGeom>
          <a:solidFill>
            <a:srgbClr val="FFFFFF"/>
          </a:solidFill>
          <a:ln w="9525">
            <a:solidFill>
              <a:srgbClr val="D8E2E6"/>
            </a:solidFill>
          </a:ln>
          <a:effectLst>
            <a:outerShdw sx="100000" sy="100000" kx="0" ky="0" algn="bl" rotWithShape="0" blurRad="304800" dist="101600" dir="5400000">
              <a:srgbClr val="111418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0007" y="4626173"/>
            <a:ext cx="4645375" cy="15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6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do prestador com estado online, KPIs e pedidos próximos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62240" y="1026021"/>
            <a:ext cx="3726210" cy="1566267"/>
          </a:xfrm>
          <a:prstGeom prst="roundRect">
            <a:avLst>
              <a:gd name="adj" fmla="val 12974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49466" y="1187946"/>
            <a:ext cx="341879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principal do lado prestador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49466" y="1502866"/>
            <a:ext cx="3351758" cy="87674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 modo online para começar a receber pedidos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categorias de atuação e raio/localização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 pedido aberto ou convite direto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orçamento quando o serviço é por proposta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062240" y="2744688"/>
            <a:ext cx="3726210" cy="1696641"/>
          </a:xfrm>
          <a:prstGeom prst="roundRect">
            <a:avLst>
              <a:gd name="adj" fmla="val 11977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49466" y="2906613"/>
            <a:ext cx="341879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diária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49466" y="3221534"/>
            <a:ext cx="3351758" cy="10071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 trabalhos ativos e mensagens não lidas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serviço, propõe valor final e conclui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acede a perfil, pagamentos, configurações, assinatura e KYC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062240" y="4619030"/>
            <a:ext cx="3800734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6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matching considera categorias, estado online e distância geográfica.</a:t>
            </a:r>
            <a:endParaRPr lang="en-US" sz="950" dirty="0"/>
          </a:p>
        </p:txBody>
      </p:sp>
      <p:pic>
        <p:nvPicPr>
          <p:cNvPr id="13" name="Image 0" descr="C:\Users\HP\Documents\ProjetosFlutter\chegaja_v2\artifacts\prestador_home_loa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00" y="1137047"/>
            <a:ext cx="4058841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 E COMUNICAÇÃO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que sustentam a experiência ponta a ponta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5550" y="1102221"/>
            <a:ext cx="2682329" cy="2109639"/>
          </a:xfrm>
          <a:prstGeom prst="roundRect">
            <a:avLst>
              <a:gd name="adj" fmla="val 9632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1264146"/>
            <a:ext cx="2354035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operacional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2776" y="1579066"/>
            <a:ext cx="2307878" cy="142011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 em tempo real por pedido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favoritos, reações, edição e remoção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de digitando, entregue e visto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envio de áudio e localização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55550" y="3364260"/>
            <a:ext cx="2682329" cy="1696641"/>
          </a:xfrm>
          <a:prstGeom prst="roundRect">
            <a:avLst>
              <a:gd name="adj" fmla="val 11977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776" y="3526185"/>
            <a:ext cx="2354035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e localização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2776" y="3841105"/>
            <a:ext cx="2307878" cy="10071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da posição do pedido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do prestador quando online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visualização de mapa no detalhe do pedido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190280" y="1102221"/>
            <a:ext cx="2682180" cy="2290763"/>
          </a:xfrm>
          <a:prstGeom prst="roundRect">
            <a:avLst>
              <a:gd name="adj" fmla="val 8870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7505" y="1264146"/>
            <a:ext cx="235388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77505" y="1579066"/>
            <a:ext cx="2307729" cy="160124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do prestador no fim do serviço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e histórico de eventos do pedido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de cancelamento e reembolso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registo de no-show para mediação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190280" y="3545384"/>
            <a:ext cx="2682180" cy="1515517"/>
          </a:xfrm>
          <a:prstGeom prst="roundRect">
            <a:avLst>
              <a:gd name="adj" fmla="val 13408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77505" y="3707309"/>
            <a:ext cx="235388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e continuidade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77505" y="4022229"/>
            <a:ext cx="2307729" cy="8259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de suporte no Firestore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push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links para abrir pedido ou chat diretamente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024860" y="1102221"/>
            <a:ext cx="2763589" cy="1877764"/>
          </a:xfrm>
          <a:prstGeom prst="roundRect">
            <a:avLst>
              <a:gd name="adj" fmla="val 10821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2086" y="1264146"/>
            <a:ext cx="243692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Pagamentos e monetização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2086" y="1579066"/>
            <a:ext cx="2389138" cy="11882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paga via Stripe Payment Sheet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 faz onboarding Stripe Connect Express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assinaturas Basic e Pro para aumentar exposição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024860" y="3132386"/>
            <a:ext cx="2763589" cy="1877764"/>
          </a:xfrm>
          <a:prstGeom prst="roundRect">
            <a:avLst>
              <a:gd name="adj" fmla="val 10821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2086" y="3294311"/>
            <a:ext cx="243692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2086" y="3609231"/>
            <a:ext cx="2389138" cy="11882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com upload seguro de documento frente/verso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none, pending, approved ou rejected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liberação operacional após aprovação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DA PLATAFORMA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 e resumo do valor do aplicativo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5550" y="1026021"/>
            <a:ext cx="3643461" cy="1566267"/>
          </a:xfrm>
          <a:prstGeom prst="roundRect">
            <a:avLst>
              <a:gd name="adj" fmla="val 12974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1187946"/>
            <a:ext cx="333439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administrativo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2776" y="1502866"/>
            <a:ext cx="3269010" cy="87674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 métricas-chave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tickets de suporte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de casos de no-show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moderação de stories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55550" y="2744688"/>
            <a:ext cx="3643461" cy="1182142"/>
          </a:xfrm>
          <a:prstGeom prst="roundRect">
            <a:avLst>
              <a:gd name="adj" fmla="val 17189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776" y="2906613"/>
            <a:ext cx="333439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executivo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2776" y="3221534"/>
            <a:ext cx="3334390" cy="54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ChegaJá não é só catálogo. É um fluxo transacional completo: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descoberta, matching, execução, pagamento e suporte.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151412" y="1026021"/>
            <a:ext cx="4637038" cy="1334393"/>
          </a:xfrm>
          <a:prstGeom prst="roundRect">
            <a:avLst>
              <a:gd name="adj" fmla="val 15228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38638" y="1187946"/>
            <a:ext cx="4347838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final do produto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38638" y="1502866"/>
            <a:ext cx="4262586" cy="6448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b="1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Cliente:</a:t>
            </a:r>
            <a:pPr algn="l" indent="0" marL="0">
              <a:lnSpc>
                <a:spcPts val="1426"/>
              </a:lnSpc>
              <a:spcAft>
                <a:spcPts val="400"/>
              </a:spcAft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encontra ajuda com previsibilidade e acompanhamento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b="1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Prestador:</a:t>
            </a:r>
            <a:pPr algn="l" indent="0" marL="0">
              <a:lnSpc>
                <a:spcPts val="1426"/>
              </a:lnSpc>
              <a:spcAft>
                <a:spcPts val="400"/>
              </a:spcAft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recebe trabalho relevante e gere a operação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b="1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Operação:</a:t>
            </a:r>
            <a:pPr algn="l" indent="0" marL="0">
              <a:lnSpc>
                <a:spcPts val="1426"/>
              </a:lnSpc>
              <a:spcAft>
                <a:spcPts val="400"/>
              </a:spcAft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monitoriza risco, suporte e performance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151412" y="2639764"/>
            <a:ext cx="1257895" cy="1287066"/>
          </a:xfrm>
          <a:prstGeom prst="roundRect">
            <a:avLst>
              <a:gd name="adj" fmla="val 1413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13337" y="2776240"/>
            <a:ext cx="952726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13337" y="3065859"/>
            <a:ext cx="952726" cy="72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por necessidade imediata ou agendada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510808" y="3232398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40909" y="2639764"/>
            <a:ext cx="1258044" cy="1287066"/>
          </a:xfrm>
          <a:prstGeom prst="roundRect">
            <a:avLst>
              <a:gd name="adj" fmla="val 14133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02834" y="2776240"/>
            <a:ext cx="952878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02834" y="3065859"/>
            <a:ext cx="952878" cy="72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matching, proposta, aceite e pagamento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200454" y="3232398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30554" y="2639764"/>
            <a:ext cx="1257895" cy="1287066"/>
          </a:xfrm>
          <a:prstGeom prst="roundRect">
            <a:avLst>
              <a:gd name="adj" fmla="val 1413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92479" y="2776240"/>
            <a:ext cx="952726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Retém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92479" y="3065859"/>
            <a:ext cx="952726" cy="72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mensagens, avaliação, assinatura e reuso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151412" y="4206180"/>
            <a:ext cx="4637038" cy="12650"/>
          </a:xfrm>
          <a:prstGeom prst="rect">
            <a:avLst/>
          </a:prstGeom>
          <a:solidFill>
            <a:srgbClr val="DDE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51412" y="4709220"/>
            <a:ext cx="3255300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gerado a partir da análise do repositório Flutter/Firebase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12485" y="4709220"/>
            <a:ext cx="587484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ChegaJá v2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ChegaJa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ChegaJa - Apresentacao do aplicativo</dc:title>
  <dc:subject>Apresentacao do aplicativo ChegaJa</dc:subject>
  <dc:creator>OpenAI Codex</dc:creator>
  <cp:lastModifiedBy>OpenAI Codex</cp:lastModifiedBy>
  <cp:revision>1</cp:revision>
  <dcterms:created xsi:type="dcterms:W3CDTF">2026-03-11T00:15:08Z</dcterms:created>
  <dcterms:modified xsi:type="dcterms:W3CDTF">2026-03-11T00:15:08Z</dcterms:modified>
</cp:coreProperties>
</file>