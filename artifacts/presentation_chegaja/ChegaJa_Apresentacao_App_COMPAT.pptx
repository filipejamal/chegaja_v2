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5778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MARKETPLACE DE SERVICOS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4864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111418"/>
                </a:solidFill>
                <a:latin typeface="Arial"/>
              </a:rPr>
              <a:t>ChegaJa
Apresentacao completa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21408"/>
            <a:ext cx="5394960" cy="7132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rial"/>
              </a:rPr>
              <a:t>Deck focado no funcionamento do produto, no fluxo ponta a ponta e nas telas reais disponiveis do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816352"/>
            <a:ext cx="49834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907792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entra nesta versao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145536"/>
            <a:ext cx="4837176" cy="1609344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geral do produto e proposta de valor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cliente, mensagens, suporte e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fluxo do prestador, trabalhos, pagamentos e 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backoffice, administracao e controles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79792" y="914400"/>
            <a:ext cx="37033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005840"/>
            <a:ext cx="34838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Identidade do produto</a:t>
            </a:r>
          </a:p>
        </p:txBody>
      </p:sp>
      <p:pic>
        <p:nvPicPr>
          <p:cNvPr id="11" name="Picture 10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53312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5240" y="4535424"/>
            <a:ext cx="338328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600" b="1">
                <a:solidFill>
                  <a:srgbClr val="0B3C5D"/>
                </a:solidFill>
                <a:latin typeface="Arial"/>
              </a:rPr>
              <a:t>ChegaJa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4828032"/>
            <a:ext cx="349300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Marketplace mobile para servicos locais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VISAO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O que e o ChegaJa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Aplicativo que liga clientes, prestadores e operacao num fluxo unico: descoberta, pedido, comunicacao, execucao, pagamento e suporte.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reduzir friccao na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dar previsibilidade ao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gerar demanda ao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645920"/>
            <a:ext cx="2377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37360"/>
            <a:ext cx="2157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Perfis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75104"/>
            <a:ext cx="22311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645920"/>
            <a:ext cx="26060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737360"/>
            <a:ext cx="23865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Tipos de pedido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975104"/>
            <a:ext cx="24597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imediato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agendado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por orcamento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8824" y="1645920"/>
            <a:ext cx="2697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737360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Base tecnica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1975104"/>
            <a:ext cx="2551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Flutter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Firebase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em tempo real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10972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931920"/>
            <a:ext cx="10753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produto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169664"/>
            <a:ext cx="1082649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cliente entra pelo servico e acompanha tudo pelo pedido e pelas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prestador gere disponibilidade, trabalhos, conversas, pagamentos e validacao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operacao acompanha indicadores, suporte, no-show e moderacao da plataforma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Primeira decisao do utilizador: que papel vai assumir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experiencia muda logo no inicio conforme o papel escolhido no ecossistema.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le_selecto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448591"/>
            <a:ext cx="3694176" cy="24820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Tela real de selecao de papel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664208"/>
            <a:ext cx="2926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755648"/>
            <a:ext cx="27066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Como funciona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993392"/>
            <a:ext cx="277977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autenticacao leve para entrada rapida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e prestador seguem jornadas diferentes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tabs e funcionalidades mudam por perfil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64208"/>
            <a:ext cx="3017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755648"/>
            <a:ext cx="27980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Navegacao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93392"/>
            <a:ext cx="287121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cliente: Inicio, Pedidos,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prestador: Inicio, Trabalhos, Mensagens, Perfil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admin: painel operacional dedicado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703320"/>
            <a:ext cx="6217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3794760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Importancia desta tela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4087368"/>
            <a:ext cx="599846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produto nao obriga o utilizador a atravessar um onboarding pesado antes de mostrar valor. Primeiro identifica a intencao; depois abre a experiencia adequada.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principais da jornada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Aqui o foco e descobrir servicos, consultar pedidos, acompanhar mensagens e gerir 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ent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Pedidos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ent_messages_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227742"/>
            <a:ext cx="2276856" cy="15297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ient_profile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home expõe categorias e modos de contratacao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 aba de pedidos concentra o historico e o estado operacional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 mensagens ficam ligadas ao pedido para coordenacao em contexto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 perfil concentra configuracoes, conta e acessos auxiliares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Suporte e fluxo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Para alem da descoberta, o app cobre acompanhamento do pedido, suporte e resolucao de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Suporte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645920"/>
            <a:ext cx="6263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737360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este bloco acrescenta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2029968"/>
            <a:ext cx="6044184" cy="11155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cliente nao fica limitado a criar pedido e esperar. Existe canal formal para ajuda, reclamacao, duvida e mediação operacional.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493008"/>
            <a:ext cx="6263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3584448"/>
            <a:ext cx="6044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Fluxo resumido do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3822192"/>
            <a:ext cx="611733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entra no app, escolhe modo e procura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pedido com contexto, localizacao e urgencia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acompanha resposta, proposta, aceite e andamento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mensagens, suporte, avaliacao e historico para fechar o ciclo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Fluxo ponta a ponta dentro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dominio do app cobre criacao, matching, proposta, aceite, execucao, confirmacao de valor, conclusao, cancelamento e no-show.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Criacao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7355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3075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Matching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19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639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Proposta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4204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Aceite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4047" y="1783080"/>
            <a:ext cx="1699259" cy="512064"/>
          </a:xfrm>
          <a:prstGeom prst="roundRect">
            <a:avLst/>
          </a:prstGeom>
          <a:solidFill>
            <a:srgbClr val="12BA9B"/>
          </a:solidFill>
          <a:ln>
            <a:solidFill>
              <a:srgbClr val="12B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9767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111418"/>
                </a:solidFill>
                <a:latin typeface="Arial"/>
              </a:rPr>
              <a:t>Execucao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9611" y="1783080"/>
            <a:ext cx="1699259" cy="512064"/>
          </a:xfrm>
          <a:prstGeom prst="roundRect">
            <a:avLst/>
          </a:prstGeom>
          <a:solidFill>
            <a:srgbClr val="0B3C5D"/>
          </a:solidFill>
          <a:ln>
            <a:solidFill>
              <a:srgbClr val="0B3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5331" y="1874520"/>
            <a:ext cx="160781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Conclusao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Inicio do pedido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define titulo, descricao e categoria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aplica urgencia, agenda ou pedido de orcamento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localizacao pode ser automatica ou manual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Coordenacao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 entra por matching ou convite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pode aceitar e propor valor/faixa de preco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confirma e segue para execucao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7432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2834640"/>
            <a:ext cx="32552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Fecho operacional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5" y="3072384"/>
            <a:ext cx="3328416" cy="171907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mensagens e mapa acompanham o trabalho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 e estados permitem auditoria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cancelamento, reembolso e no-show sao tratados na plataforma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MENSAGENS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Conversa real dentro do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As capturas abaixo mostram o fio da conversa aberto, do lado do cliente e do lado do prestador, ja dentro do ambiente de mensagens.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chat_th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858643"/>
            <a:ext cx="2276856" cy="1707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Chat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231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chat_th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858643"/>
            <a:ext cx="2276856" cy="17076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3280" y="587044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F3B42F"/>
                </a:solidFill>
                <a:latin typeface="Arial"/>
              </a:rPr>
              <a:t>Chat do prestador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64208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755648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esta demonstracao evidencia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93392"/>
            <a:ext cx="483717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mensagens ficam contextualizadas no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 e prestador veem a mesma conversa por papeis distintos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estrutura visual de bolhas, horario e cabecalho do pedido fica clara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675887"/>
            <a:ext cx="4983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3767327"/>
            <a:ext cx="4764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Exemplo usado nas capturas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005071"/>
            <a:ext cx="4837176" cy="15361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cliente: Ola, tudo bem?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prestador: Tudo e voce?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objetivo: mostrar a area de conversa ja aberta e pronta para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5212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Nota: estas capturas foram geradas com o chat aberto para evitar qualquer slide com loading na area de mensagens.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Telas centrais da operacao do prestador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prestador controla disponibilidade, recebe trabalhos, acompanha conversas e gere a sua conta.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769006"/>
            <a:ext cx="2276856" cy="1600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Home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job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Trabalhos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vider_message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Mensagens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vider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Perfil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60020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691640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Leitura do fluxo do prestador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929384"/>
            <a:ext cx="5340096" cy="41422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liga o modo online e configura a area de atuacao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ve oportunidades e trabalhos em curso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coordena o servico pelas mensagens ligadas ao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usa o perfil para pagamentos, configuracoes e suporte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PRESTADOR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Pagamentos, onboarding e validacao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camada transforma o app num marketplace transacional e nao apenas num diretório de servicos.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404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vider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0870"/>
            <a:ext cx="3694176" cy="25974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40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Pagamentos do prestador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1700784"/>
            <a:ext cx="6217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92224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Componentes deste modulo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029968"/>
            <a:ext cx="607161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Stripe Connect Express para onboarding financeiro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assinaturas Basic e Pro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upload documental e estado de KYC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3675887"/>
            <a:ext cx="6217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767327"/>
            <a:ext cx="599846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Impacto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4005071"/>
            <a:ext cx="607161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liberta pagamentos e profissionaliza o lado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controlar elegibilidade e conformidade documental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cria base para retencao via subscricao e recorrencia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CONFIANCA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Camadas que sustentam a experiencia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proposta do app depende de coordenacao, pagamento, localizacao, avaliacao e suporte a incidentes.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Comunicacao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chat por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nao lidas, typing e vistos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anexos e localizacao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664208"/>
            <a:ext cx="269748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755648"/>
            <a:ext cx="247802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Localizacao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1993392"/>
            <a:ext cx="255117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morada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tracking do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apoio ao encontro fisico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664208"/>
            <a:ext cx="25146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755648"/>
            <a:ext cx="22951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993392"/>
            <a:ext cx="2368296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Payment Sheet no cliente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Connect no prestador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subscricao e monetizacao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1664208"/>
            <a:ext cx="240487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755648"/>
            <a:ext cx="2185416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Controlo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93392"/>
            <a:ext cx="2258568" cy="139903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KYC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no-show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reembolso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historico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4864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58768"/>
            <a:ext cx="52669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do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96512"/>
            <a:ext cx="53400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segue o pedido com mais previsibilidade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evidencia historica do que foi combinado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recorre a suporte e avaliacao quando necessario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67328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858768"/>
            <a:ext cx="50383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Do ponto de vista da 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96512"/>
            <a:ext cx="5111496" cy="130759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risco operacional e qualidade de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tem mecanismos de monetizacao e elegibilidade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ganha visibilidade sobre performance e problemas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BACKOFFICE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Tela administrativa e controlo da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A plataforma tambem tem camada de administracao para acompanhar metricas, suporte e gestao de excecoes.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886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_panel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74796"/>
            <a:ext cx="3739896" cy="2629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16168"/>
            <a:ext cx="38862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Painel administrativo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682496"/>
            <a:ext cx="61722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93208" y="177393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O que aparece no painel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2011680"/>
            <a:ext cx="6025896" cy="13533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metricas e indicadores operacionais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suporte, no-show e moderacao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visao central da plataforma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3694176"/>
            <a:ext cx="6172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3785616"/>
            <a:ext cx="595274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Valor desta camada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4023360"/>
            <a:ext cx="6025896" cy="144475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permite mediar excecoes e conflitos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apoia a qualidade de servico e a confianca do marketplace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fecha o ciclo entre cliente, prestador e operacao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Leitura final do aplicativo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O ChegaJa foi desenhado como um fluxo operacional completo, nao apenas como vitrine de prestadores.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descobre servico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abre e acompanha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fala com o prestador e pede suporte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Prestador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recebe oportunidade relevante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opera trabalhos e mensagens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gere pagamentos e documentacao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520440" cy="1965960"/>
          </a:xfrm>
          <a:prstGeom prst="roundRect">
            <a:avLst/>
          </a:prstGeom>
          <a:solidFill>
            <a:srgbClr val="EEF7F5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1874520"/>
            <a:ext cx="33009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112264"/>
            <a:ext cx="3374136" cy="1581912"/>
          </a:xfrm>
          <a:prstGeom prst="rect">
            <a:avLst/>
          </a:prstGeom>
          <a:noFill/>
        </p:spPr>
        <p:txBody>
          <a:bodyPr wrap="square" anchor="t" lIns="50800" rIns="50800" tIns="50800" bIns="25400">
            <a:spAutoFit/>
          </a:bodyPr>
          <a:lstStyle/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orquestra matching e estados do pedido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monetiza via pagamento e subscricao</a:t>
            </a:r>
          </a:p>
          <a:p>
            <a:pPr>
              <a:defRPr sz="1200">
                <a:solidFill>
                  <a:srgbClr val="6B7280"/>
                </a:solidFill>
                <a:latin typeface="Arial"/>
              </a:defRPr>
            </a:pPr>
            <a:r>
              <a:t>controla suporte, risco e conformidade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10835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251960"/>
            <a:ext cx="10616184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Arial"/>
              </a:rPr>
              <a:t>Resultado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544568"/>
            <a:ext cx="10616184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 versao da apresentacao passa a incluir as capturas reais disponiveis do app para mostrar o fluxo visual do produto de forma muito mais completa.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OUTRAS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Galeria complementar do modulo de mensagens e suporte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Estas capturas entram no fim da apresentacao como reserva visual para demonstrar outras vistas do aplicativo.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ent_messages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04582"/>
            <a:ext cx="2276856" cy="15297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Lista de mensagens do cliente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vider_message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Lista de mensagens do prestador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ient_sup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Suporte do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vider_sup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Suporte do prestador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12BA9B"/>
                </a:solidFill>
                <a:latin typeface="Arial"/>
              </a:rPr>
              <a:t>OUTRAS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11418"/>
                </a:solidFill>
                <a:latin typeface="Arial"/>
              </a:rPr>
              <a:t>Galeria complementar de navegacao e operacao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8813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ial"/>
              </a:rPr>
              <a:t>Bloco final para fechar a demo com mais telas abertas do app e do backoffice.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le_selector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804582"/>
            <a:ext cx="2276856" cy="15297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Seletor de papel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16002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ient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3" y="1769006"/>
            <a:ext cx="2276856" cy="1600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64991" y="363016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Pedidos do 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vider_pay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192166"/>
            <a:ext cx="2276856" cy="1600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Pagamentos do prestador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1" y="402336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dmin_panel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3" y="4192166"/>
            <a:ext cx="2276856" cy="16009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64991" y="6053328"/>
            <a:ext cx="242316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Painel administrativo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