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55778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MARKETPLACE DE SERVICOS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54864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600" b="1">
                <a:solidFill>
                  <a:srgbClr val="111418"/>
                </a:solidFill>
                <a:latin typeface="Arial"/>
              </a:rPr>
              <a:t>ChegaJa
Apresentacao completa do aplicativo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21408"/>
            <a:ext cx="5394960" cy="7132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Deck focado no funcionamento do produto, no fluxo ponta a ponta e nas telas reais disponiveis do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816352"/>
            <a:ext cx="4983480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907792"/>
            <a:ext cx="476402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O que entra nesta versao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145536"/>
            <a:ext cx="4837176" cy="1609344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visao geral do produto e proposta de valor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fluxo do cliente, mensagens, suporte e perfil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fluxo do prestador, trabalhos, pagamentos e KYC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backoffice, administracao e controles operacionais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79792" y="914400"/>
            <a:ext cx="37033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005840"/>
            <a:ext cx="348386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Identidade do produto</a:t>
            </a:r>
          </a:p>
        </p:txBody>
      </p:sp>
      <p:pic>
        <p:nvPicPr>
          <p:cNvPr id="11" name="Picture 10" descr="ap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552" y="1353312"/>
            <a:ext cx="2926080" cy="2926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35240" y="4535424"/>
            <a:ext cx="3383280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600" b="1">
                <a:solidFill>
                  <a:srgbClr val="0B3C5D"/>
                </a:solidFill>
                <a:latin typeface="Arial"/>
              </a:rPr>
              <a:t>ChegaJa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1231" y="4828032"/>
            <a:ext cx="3493008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rial"/>
              </a:rPr>
              <a:t>Marketplace mobile para servicos locais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VISAO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O que e o ChegaJa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Aplicativo que liga clientes, prestadores e operacao num fluxo unico: descoberta, pedido, comunicacao, execucao, pagamento e suporte.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26974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737360"/>
            <a:ext cx="247802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975104"/>
            <a:ext cx="2551176" cy="15361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reduzir friccao na contratacao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dar previsibilidade ao cliente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gerar demanda ao prestador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1645920"/>
            <a:ext cx="2377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2736" y="1737360"/>
            <a:ext cx="215798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Perfis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975104"/>
            <a:ext cx="2231136" cy="15361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cliente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prestador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1645920"/>
            <a:ext cx="26060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1737360"/>
            <a:ext cx="238658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Tipos de pedido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1975104"/>
            <a:ext cx="2459736" cy="15361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imediato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agendado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por orcamento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78824" y="1645920"/>
            <a:ext cx="26974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2" y="1737360"/>
            <a:ext cx="247802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Base tecnica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1976" y="1975104"/>
            <a:ext cx="2551176" cy="15361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Flutter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Firebase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Stripe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localizacao em tempo real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840480"/>
            <a:ext cx="10972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931920"/>
            <a:ext cx="1075334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Leitura do produto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169664"/>
            <a:ext cx="10826496" cy="15361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o cliente entra pelo servico e acompanha tudo pelo pedido e pelas mensagens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o prestador gere disponibilidade, trabalhos, conversas, pagamentos e validacao documental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 operacao acompanha indicadores, suporte, no-show e moderacao da plataforma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Primeira decisao do utilizador: que papel vai assumir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A experiencia muda logo no inicio conforme o papel escolhido no ecossistema.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38404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ole_selector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448591"/>
            <a:ext cx="3694176" cy="24820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16168"/>
            <a:ext cx="384048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Tela real de selecao de papel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664208"/>
            <a:ext cx="29260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47488" y="1755648"/>
            <a:ext cx="270662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Como funciona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1993392"/>
            <a:ext cx="2779776" cy="135331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autenticacao leve para entrada rapida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cliente e prestador seguem jornadas diferentes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tabs e funcionalidades mudam por perfil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64208"/>
            <a:ext cx="30175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755648"/>
            <a:ext cx="279806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Navegacao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993392"/>
            <a:ext cx="2871216" cy="135331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cliente: Inicio, Pedidos, Mensagens, Perfil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prestador: Inicio, Trabalhos, Mensagens, Perfil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admin: painel operacional dedicado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3703320"/>
            <a:ext cx="6217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7488" y="3794760"/>
            <a:ext cx="599846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Importancia desta tela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4087368"/>
            <a:ext cx="5998464" cy="1051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O produto nao obriga o utilizador a atravessar um onboarding pesado antes de mostrar valor. Primeiro identifica a intencao; depois abre a experiencia adequada.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Telas principais da jornada do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Aqui o foco e descobrir servicos, consultar pedidos, acompanhar mensagens e gerir a conta.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ien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69006"/>
            <a:ext cx="2276856" cy="16009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63016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Home do cliente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1" y="160020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lient_or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43" y="1769006"/>
            <a:ext cx="2276856" cy="16009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64991" y="363016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Pedidos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02336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lient_messages_op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227742"/>
            <a:ext cx="2276856" cy="15297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605332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Mensagens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1" y="402336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lient_profile_fix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3" y="4192166"/>
            <a:ext cx="2276856" cy="160091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364991" y="605332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Perfil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1600200"/>
            <a:ext cx="54864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6168" y="1691640"/>
            <a:ext cx="526694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Leitura do fluxo do cliente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9592" y="1929384"/>
            <a:ext cx="5340096" cy="414223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 home expõe categorias e modos de contratacao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 aba de pedidos concentra o historico e o estado operacional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as mensagens ficam ligadas ao pedido para coordenacao em contexto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o perfil concentra configuracoes, conta e acessos auxiliares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Suporte e fluxo operacional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Para alem da descoberta, o app cobre acompanhamento do pedido, suporte e resolucao de incidentes.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38404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ient_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390870"/>
            <a:ext cx="3694176" cy="25974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16168"/>
            <a:ext cx="384048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Suporte do cliente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645920"/>
            <a:ext cx="626364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1768" y="1737360"/>
            <a:ext cx="604418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O que este bloco acrescenta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1768" y="2029968"/>
            <a:ext cx="6044184" cy="11155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O cliente nao fica limitado a criar pedido e esperar. Existe canal formal para ajuda, reclamacao, duvida e mediação operacional.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3493008"/>
            <a:ext cx="6263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1768" y="3584448"/>
            <a:ext cx="604418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Fluxo resumido do cliente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5192" y="3822192"/>
            <a:ext cx="6117336" cy="15361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entra no app, escolhe modo e procura servico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abre pedido com contexto, localizacao e urgencia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acompanha resposta, proposta, aceite e andamento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usa mensagens, suporte, avaliacao e historico para fechar o ciclo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PEDIDO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Fluxo ponta a ponta dentro da plataforma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O dominio do app cobre criacao, matching, proposta, aceite, execucao, confirmacao de valor, conclusao, cancelamento e no-show.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1699259" cy="512064"/>
          </a:xfrm>
          <a:prstGeom prst="roundRect">
            <a:avLst/>
          </a:prstGeom>
          <a:solidFill>
            <a:srgbClr val="12BA9B"/>
          </a:solidFill>
          <a:ln>
            <a:solidFill>
              <a:srgbClr val="12B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874520"/>
            <a:ext cx="1607819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111418"/>
                </a:solidFill>
                <a:latin typeface="Arial"/>
              </a:rPr>
              <a:t>Criacao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7355" y="1783080"/>
            <a:ext cx="1699259" cy="512064"/>
          </a:xfrm>
          <a:prstGeom prst="roundRect">
            <a:avLst/>
          </a:prstGeom>
          <a:solidFill>
            <a:srgbClr val="0B3C5D"/>
          </a:solidFill>
          <a:ln>
            <a:solidFill>
              <a:srgbClr val="0B3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3075" y="1874520"/>
            <a:ext cx="1607819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Matching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19" y="1783080"/>
            <a:ext cx="1699259" cy="512064"/>
          </a:xfrm>
          <a:prstGeom prst="roundRect">
            <a:avLst/>
          </a:prstGeom>
          <a:solidFill>
            <a:srgbClr val="12BA9B"/>
          </a:solidFill>
          <a:ln>
            <a:solidFill>
              <a:srgbClr val="12B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8639" y="1874520"/>
            <a:ext cx="1607819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111418"/>
                </a:solidFill>
                <a:latin typeface="Arial"/>
              </a:rPr>
              <a:t>Proposta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8484" y="1783080"/>
            <a:ext cx="1699259" cy="512064"/>
          </a:xfrm>
          <a:prstGeom prst="roundRect">
            <a:avLst/>
          </a:prstGeom>
          <a:solidFill>
            <a:srgbClr val="0B3C5D"/>
          </a:solidFill>
          <a:ln>
            <a:solidFill>
              <a:srgbClr val="0B3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4204" y="1874520"/>
            <a:ext cx="1607819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Aceite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4047" y="1783080"/>
            <a:ext cx="1699259" cy="512064"/>
          </a:xfrm>
          <a:prstGeom prst="roundRect">
            <a:avLst/>
          </a:prstGeom>
          <a:solidFill>
            <a:srgbClr val="12BA9B"/>
          </a:solidFill>
          <a:ln>
            <a:solidFill>
              <a:srgbClr val="12B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9767" y="1874520"/>
            <a:ext cx="1607819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111418"/>
                </a:solidFill>
                <a:latin typeface="Arial"/>
              </a:rPr>
              <a:t>Execucao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49611" y="1783080"/>
            <a:ext cx="1699259" cy="512064"/>
          </a:xfrm>
          <a:prstGeom prst="roundRect">
            <a:avLst/>
          </a:prstGeom>
          <a:solidFill>
            <a:srgbClr val="0B3C5D"/>
          </a:solidFill>
          <a:ln>
            <a:solidFill>
              <a:srgbClr val="0B3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95331" y="1874520"/>
            <a:ext cx="1607819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Conclusao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74320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834640"/>
            <a:ext cx="325526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Inicio do pedido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072384"/>
            <a:ext cx="3328416" cy="171907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cliente define titulo, descricao e categoria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aplica urgencia, agenda ou pedido de orcamento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localizacao pode ser automatica ou manual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274320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2834640"/>
            <a:ext cx="325526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Coordenacao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72384"/>
            <a:ext cx="3328416" cy="171907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prestador entra por matching ou convite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pode aceitar e propor valor/faixa de preco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cliente confirma e segue para execucao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583" y="274320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1" y="2834640"/>
            <a:ext cx="325526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Fecho operacional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5" y="3072384"/>
            <a:ext cx="3328416" cy="171907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mensagens e mapa acompanham o trabalho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historico e estados permitem auditoria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cancelamento, reembolso e no-show sao tratados na plataforma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MENSAGENS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Fluxo de comunicacao ligado ao pedido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As telas abaixo sao da area de mensagens. O servico implementa chat por pedido, threads por utilizador e sinais operacionais de entrega, visto e digitacao.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45920"/>
            <a:ext cx="24231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ient_messages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947582"/>
            <a:ext cx="2276856" cy="15297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587044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F3B42F"/>
                </a:solidFill>
                <a:latin typeface="Arial"/>
              </a:rPr>
              <a:t>Mensagens do cliente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45920"/>
            <a:ext cx="24231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ovider_messages_fix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432" y="2912006"/>
            <a:ext cx="2276856" cy="16009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83280" y="587044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F3B42F"/>
                </a:solidFill>
                <a:latin typeface="Arial"/>
              </a:rPr>
              <a:t>Mensagens do prestador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664208"/>
            <a:ext cx="49834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1755648"/>
            <a:ext cx="476402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O que o backend de chat suporta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93392"/>
            <a:ext cx="4837176" cy="144475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threads por pedido e listagem por cliente ou prestador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preview da ultima mensagem, contadores e nao lidas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marcacao de entregue, visto e digitando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3675887"/>
            <a:ext cx="49834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3767327"/>
            <a:ext cx="476402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Tipos de interacao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005071"/>
            <a:ext cx="4837176" cy="15361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texto, audio, ficheiro, imagem, GIF e sticker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partilha de localizacao e favoritos por mensagem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reacoes, resposta a mensagem, edicao e soft delete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5212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Nota: estas capturas mostram o modulo de mensagens no estado atual da build usada para documentacao.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PRESTADOR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Telas centrais da operacao do prestador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O prestador controla disponibilidade, recebe trabalhos, acompanha conversas e gere a sua conta.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vider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69006"/>
            <a:ext cx="2276856" cy="16009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63016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Home do prestador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1" y="160020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ovider_jobs_fix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43" y="1769006"/>
            <a:ext cx="2276856" cy="16009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64991" y="363016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Trabalhos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02336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rovider_messages_fix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192166"/>
            <a:ext cx="2276856" cy="160091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605332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Mensagens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1" y="402336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rovider_pro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3" y="4192166"/>
            <a:ext cx="2276856" cy="160091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364991" y="605332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Perfil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1600200"/>
            <a:ext cx="54864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6168" y="1691640"/>
            <a:ext cx="526694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Leitura do fluxo do prestador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9592" y="1929384"/>
            <a:ext cx="5340096" cy="414223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liga o modo online e configura a area de atuacao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ve oportunidades e trabalhos em curso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coordena o servico pelas mensagens ligadas ao pedido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usa o perfil para pagamentos, configuracoes e suporte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PRESTADOR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Pagamentos, onboarding e validacao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Esta camada transforma o app num marketplace transacional e nao apenas num diretório de servicos.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38404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vider_pay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390870"/>
            <a:ext cx="3694176" cy="25974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16168"/>
            <a:ext cx="384048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Pagamentos do prestador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19472" y="1700784"/>
            <a:ext cx="6217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92224"/>
            <a:ext cx="599846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Componentes deste modulo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2029968"/>
            <a:ext cx="6071616" cy="13075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Stripe Connect Express para onboarding financeiro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assinaturas Basic e Pro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upload documental e estado de KYC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19472" y="3675887"/>
            <a:ext cx="6217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3767327"/>
            <a:ext cx="599846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Impacto operacional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2624" y="4005071"/>
            <a:ext cx="6071616" cy="144475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liberta pagamentos e profissionaliza o lado do prestador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permite controlar elegibilidade e conformidade documental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cria base para retencao via subscricao e recorrencia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CONFIANCA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Camadas que sustentam a experiencia completa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A proposta do app depende de coordenacao, pagamento, localizacao, avaliacao e suporte a incidentes.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26974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755648"/>
            <a:ext cx="247802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Comunicacao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993392"/>
            <a:ext cx="2551176" cy="139903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chat por pedido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nao lidas, typing e vistos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anexos e localizacao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1296" y="1664208"/>
            <a:ext cx="26974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1755648"/>
            <a:ext cx="247802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Localizacao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1993392"/>
            <a:ext cx="2551176" cy="139903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morada do pedido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tracking do prestador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apoio ao encontro fisico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28232" y="1664208"/>
            <a:ext cx="25146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755648"/>
            <a:ext cx="229514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Pagamento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1993392"/>
            <a:ext cx="2368296" cy="139903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Payment Sheet no cliente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Connect no prestador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subscricao e monetizacao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62288" y="1664208"/>
            <a:ext cx="2404872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72016" y="1755648"/>
            <a:ext cx="2185416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Controlo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993392"/>
            <a:ext cx="2258568" cy="139903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KYC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no-show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reembolso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historico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67328"/>
            <a:ext cx="54864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858768"/>
            <a:ext cx="526694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Do ponto de vista do cliente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096512"/>
            <a:ext cx="5340096" cy="13075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segue o pedido com mais previsibilidade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tem evidencia historica do que foi combinado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recorre a suporte e avaliacao quando necessario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767328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858768"/>
            <a:ext cx="503834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Do ponto de vista da plataforma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096512"/>
            <a:ext cx="5111496" cy="13075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controla risco operacional e qualidade de servico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tem mecanismos de monetizacao e elegibilidade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ganha visibilidade sobre performance e problemas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BACKOFFICE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Tela administrativa e controlo da operacao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A plataforma tambem tem camada de administracao para acompanhar metricas, suporte e gestao de excecoes.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38862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dmin_panel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374796"/>
            <a:ext cx="3739896" cy="26296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16168"/>
            <a:ext cx="388620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Painel administrativo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1682496"/>
            <a:ext cx="61722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93208" y="1773936"/>
            <a:ext cx="595274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O que aparece no painel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56632" y="2011680"/>
            <a:ext cx="6025896" cy="135331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metricas e indicadores operacionais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suporte, no-show e moderacao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visao central da plataforma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3694176"/>
            <a:ext cx="6172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3208" y="3785616"/>
            <a:ext cx="595274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Valor desta camada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4023360"/>
            <a:ext cx="6025896" cy="144475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permite mediar excecoes e conflitos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apoia a qualidade de servico e a confianca do marketplace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fecha o ciclo entre cliente, prestador e operacao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Leitura final do aplicativo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O ChegaJa foi desenhado como um fluxo operacional completo, nao apenas como vitrine de prestadores.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3520440" cy="1965960"/>
          </a:xfrm>
          <a:prstGeom prst="roundRect">
            <a:avLst/>
          </a:prstGeom>
          <a:solidFill>
            <a:srgbClr val="EEF7F5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874520"/>
            <a:ext cx="330098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Cliente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12264"/>
            <a:ext cx="3374136" cy="158191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descobre servico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abre e acompanha pedido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fala com o prestador e pede suporte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1965960"/>
          </a:xfrm>
          <a:prstGeom prst="roundRect">
            <a:avLst/>
          </a:prstGeom>
          <a:solidFill>
            <a:srgbClr val="EEF7F5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1874520"/>
            <a:ext cx="330098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Prestador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112264"/>
            <a:ext cx="3374136" cy="158191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recebe oportunidade relevante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opera trabalhos e mensagens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gere pagamentos e documentacao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783080"/>
            <a:ext cx="3520440" cy="1965960"/>
          </a:xfrm>
          <a:prstGeom prst="roundRect">
            <a:avLst/>
          </a:prstGeom>
          <a:solidFill>
            <a:srgbClr val="EEF7F5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8" y="1874520"/>
            <a:ext cx="330098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Plataforma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2112264"/>
            <a:ext cx="3374136" cy="158191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orquestra matching e estados do pedido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monetiza via pagamento e subscricao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controla suporte, risco e conformidade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60520"/>
            <a:ext cx="10835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4251960"/>
            <a:ext cx="1061618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Resultado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544568"/>
            <a:ext cx="10616184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Esta versao da apresentacao passa a incluir as capturas reais disponiveis do app para mostrar o fluxo visual do produto de forma muito mais completa.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